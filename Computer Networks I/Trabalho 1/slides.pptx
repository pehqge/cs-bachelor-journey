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8"/>
  </p:notesMasterIdLst>
  <p:sldIdLst>
    <p:sldId id="256" r:id="rId2"/>
    <p:sldId id="259" r:id="rId3"/>
    <p:sldId id="258" r:id="rId4"/>
    <p:sldId id="260" r:id="rId5"/>
    <p:sldId id="261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5" r:id="rId15"/>
    <p:sldId id="272" r:id="rId16"/>
    <p:sldId id="273" r:id="rId17"/>
    <p:sldId id="274" r:id="rId18"/>
    <p:sldId id="276" r:id="rId19"/>
    <p:sldId id="277" r:id="rId20"/>
    <p:sldId id="278" r:id="rId21"/>
    <p:sldId id="279" r:id="rId22"/>
    <p:sldId id="280" r:id="rId23"/>
    <p:sldId id="281" r:id="rId24"/>
    <p:sldId id="283" r:id="rId25"/>
    <p:sldId id="282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3" r:id="rId35"/>
    <p:sldId id="292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2" r:id="rId44"/>
    <p:sldId id="301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2" r:id="rId64"/>
    <p:sldId id="321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4" r:id="rId85"/>
    <p:sldId id="345" r:id="rId86"/>
    <p:sldId id="342" r:id="rId8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E15"/>
    <a:srgbClr val="13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>
        <p:scale>
          <a:sx n="93" d="100"/>
          <a:sy n="93" d="100"/>
        </p:scale>
        <p:origin x="65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B32C1-65CC-DE45-BBF1-EE0E5A44538A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0C809-A007-E543-836A-E921BC485628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91055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91570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56946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8053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39740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2269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26762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10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8762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11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107125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12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91095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13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20091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14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284802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15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32585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16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32538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17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89124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18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09965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19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600179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20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9663167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21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236516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22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938316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23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283614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24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433784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25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958443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26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296467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27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031905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28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067716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29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93564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30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865097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31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822654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32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683316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33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245724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34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51256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35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957847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36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616552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37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01192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38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130421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39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250599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40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927275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41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670524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42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173392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43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305189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44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083581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45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110837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46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170900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47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7460359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48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246932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49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658882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50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4576609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51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6524420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52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927356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53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365595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54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1998158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55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988546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56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5060398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57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2661942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58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1733568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59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6938295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60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5127179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61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4846204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62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224102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63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6441711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64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5689501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65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92980575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66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5936170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67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0879645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70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4172349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71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9303565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72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6742629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73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0753269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74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6856050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75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6792549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76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93801140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77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4188786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78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9411729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79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1970416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80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0978753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81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8564196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82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940977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83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5934712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84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0199781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85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7832865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0C809-A007-E543-836A-E921BC485628}" type="slidenum">
              <a:rPr lang="en-BR" smtClean="0"/>
              <a:t>86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39181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B172-1474-6941-BEF5-A2B527159AFE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9FD4-BFF4-8B42-9161-B116D2C6AC8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089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B172-1474-6941-BEF5-A2B527159AFE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9FD4-BFF4-8B42-9161-B116D2C6AC8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471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B172-1474-6941-BEF5-A2B527159AFE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9FD4-BFF4-8B42-9161-B116D2C6AC8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33565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B172-1474-6941-BEF5-A2B527159AFE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9FD4-BFF4-8B42-9161-B116D2C6AC8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5238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B172-1474-6941-BEF5-A2B527159AFE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9FD4-BFF4-8B42-9161-B116D2C6AC8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2732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B172-1474-6941-BEF5-A2B527159AFE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9FD4-BFF4-8B42-9161-B116D2C6AC8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3106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B172-1474-6941-BEF5-A2B527159AFE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9FD4-BFF4-8B42-9161-B116D2C6AC8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9152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B172-1474-6941-BEF5-A2B527159AFE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9FD4-BFF4-8B42-9161-B116D2C6AC8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0219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B172-1474-6941-BEF5-A2B527159AFE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9FD4-BFF4-8B42-9161-B116D2C6AC8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4380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B172-1474-6941-BEF5-A2B527159AFE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9FD4-BFF4-8B42-9161-B116D2C6AC8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18552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2B172-1474-6941-BEF5-A2B527159AFE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A9FD4-BFF4-8B42-9161-B116D2C6AC8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9552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4B2B172-1474-6941-BEF5-A2B527159AFE}" type="datetimeFigureOut">
              <a:rPr lang="en-BR" smtClean="0"/>
              <a:t>19/09/24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14A9FD4-BFF4-8B42-9161-B116D2C6AC8F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26317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image" Target="../media/image1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2.emf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2.emf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2.emf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2.em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2.emf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2.emf"/><Relationship Id="rId4" Type="http://schemas.openxmlformats.org/officeDocument/2006/relationships/image" Target="../media/image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2.emf"/><Relationship Id="rId4" Type="http://schemas.openxmlformats.org/officeDocument/2006/relationships/image" Target="../media/image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2.emf"/><Relationship Id="rId4" Type="http://schemas.openxmlformats.org/officeDocument/2006/relationships/image" Target="../media/image4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2.emf"/><Relationship Id="rId4" Type="http://schemas.openxmlformats.org/officeDocument/2006/relationships/image" Target="../media/image4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2.emf"/><Relationship Id="rId4" Type="http://schemas.openxmlformats.org/officeDocument/2006/relationships/image" Target="../media/image4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2.emf"/><Relationship Id="rId4" Type="http://schemas.openxmlformats.org/officeDocument/2006/relationships/image" Target="../media/image4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7.e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5.emf"/><Relationship Id="rId4" Type="http://schemas.openxmlformats.org/officeDocument/2006/relationships/image" Target="../media/image2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.emf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emf"/><Relationship Id="rId5" Type="http://schemas.openxmlformats.org/officeDocument/2006/relationships/image" Target="../media/image8.emf"/><Relationship Id="rId4" Type="http://schemas.openxmlformats.org/officeDocument/2006/relationships/image" Target="../media/image5.e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emf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01E7-D399-EDA4-548B-075073E94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83293"/>
            <a:ext cx="10668000" cy="2387600"/>
          </a:xfrm>
        </p:spPr>
        <p:txBody>
          <a:bodyPr>
            <a:normAutofit/>
          </a:bodyPr>
          <a:lstStyle/>
          <a:p>
            <a:r>
              <a:rPr lang="en-BR" sz="4800" b="1" dirty="0">
                <a:latin typeface="Cera Pro" pitchFamily="2" charset="0"/>
              </a:rPr>
              <a:t>Trabalho Prático I </a:t>
            </a:r>
            <a:br>
              <a:rPr lang="en-BR" sz="4800" b="1" dirty="0">
                <a:latin typeface="Cera Pro" pitchFamily="2" charset="0"/>
              </a:rPr>
            </a:br>
            <a:r>
              <a:rPr lang="en-BR" sz="4800" b="1" dirty="0">
                <a:latin typeface="Cera Pro" pitchFamily="2" charset="0"/>
              </a:rPr>
              <a:t>Redes de Computadores I – INE5414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CAFD7-B4EF-0EE4-7E6B-AF1ABF05B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54405"/>
            <a:ext cx="9144000" cy="1655762"/>
          </a:xfrm>
        </p:spPr>
        <p:txBody>
          <a:bodyPr/>
          <a:lstStyle/>
          <a:p>
            <a:r>
              <a:rPr lang="en-BR" dirty="0">
                <a:latin typeface="Cera Pro" pitchFamily="2" charset="0"/>
              </a:rPr>
              <a:t>Pedro Henrique Gimenez (23102766)</a:t>
            </a:r>
          </a:p>
          <a:p>
            <a:r>
              <a:rPr lang="en-US" dirty="0">
                <a:latin typeface="Cera Pro" pitchFamily="2" charset="0"/>
              </a:rPr>
              <a:t>pedro.gimenez@grad.ufsc.br</a:t>
            </a:r>
            <a:endParaRPr lang="en-BR" dirty="0">
              <a:latin typeface="Cera Pro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6C8862-B0D2-01FA-F878-E4E8C967E2AE}"/>
              </a:ext>
            </a:extLst>
          </p:cNvPr>
          <p:cNvSpPr txBox="1">
            <a:spLocks/>
          </p:cNvSpPr>
          <p:nvPr/>
        </p:nvSpPr>
        <p:spPr>
          <a:xfrm>
            <a:off x="1524000" y="3404287"/>
            <a:ext cx="9144000" cy="8842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4800" dirty="0">
                <a:latin typeface="Cera Pro" pitchFamily="2" charset="0"/>
              </a:rPr>
              <a:t>Protocolos Polling e Selection</a:t>
            </a:r>
          </a:p>
        </p:txBody>
      </p:sp>
    </p:spTree>
    <p:extLst>
      <p:ext uri="{BB962C8B-B14F-4D97-AF65-F5344CB8AC3E}">
        <p14:creationId xmlns:p14="http://schemas.microsoft.com/office/powerpoint/2010/main" val="4168364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01E7-D399-EDA4-548B-075073E94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507048"/>
            <a:ext cx="10668000" cy="2387600"/>
          </a:xfrm>
        </p:spPr>
        <p:txBody>
          <a:bodyPr>
            <a:normAutofit fontScale="90000"/>
          </a:bodyPr>
          <a:lstStyle/>
          <a:p>
            <a:r>
              <a:rPr lang="en-BR" sz="4800" b="1" dirty="0">
                <a:latin typeface="Cera Pro" pitchFamily="2" charset="0"/>
              </a:rPr>
              <a:t>Selection</a:t>
            </a:r>
            <a:br>
              <a:rPr lang="en-BR" sz="4800" b="1" dirty="0">
                <a:latin typeface="Cera Pro" pitchFamily="2" charset="0"/>
              </a:rPr>
            </a:br>
            <a:br>
              <a:rPr lang="en-BR" sz="4800" b="1" dirty="0">
                <a:latin typeface="Cera Pro" pitchFamily="2" charset="0"/>
              </a:rPr>
            </a:br>
            <a:r>
              <a:rPr lang="en-BR" sz="4800" b="1" dirty="0">
                <a:latin typeface="Cera Pro" pitchFamily="2" charset="0"/>
              </a:rPr>
              <a:t>Received Ready</a:t>
            </a:r>
            <a:br>
              <a:rPr lang="en-BR" sz="4800" b="1" dirty="0">
                <a:latin typeface="Cera Pro" pitchFamily="2" charset="0"/>
              </a:rPr>
            </a:br>
            <a:endParaRPr lang="en-BR" sz="4800" b="1" dirty="0">
              <a:latin typeface="Cera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83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022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FDCDAD-C697-8F30-427E-8CF54F589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167" y="3211014"/>
            <a:ext cx="561168" cy="236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3429000"/>
            <a:ext cx="640361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F0B26B-80E7-17A5-83AD-281006BFC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863" y="1608792"/>
            <a:ext cx="561168" cy="2369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918C2B-C90F-1DEF-DB0D-1A27A94F9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9548601" y="1880376"/>
            <a:ext cx="639430" cy="1797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B1EB04-31D7-0F9E-9976-4D618D54C4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925442-09F0-3B7F-3EA1-D3CCB2A70C23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D45F12-C671-7228-2184-6F55764A8653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Terminal Ready</a:t>
            </a:r>
          </a:p>
        </p:txBody>
      </p:sp>
    </p:spTree>
    <p:extLst>
      <p:ext uri="{BB962C8B-B14F-4D97-AF65-F5344CB8AC3E}">
        <p14:creationId xmlns:p14="http://schemas.microsoft.com/office/powerpoint/2010/main" val="429869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FDCDAD-C697-8F30-427E-8CF54F589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555" y="3211014"/>
            <a:ext cx="561168" cy="236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956" y="3429000"/>
            <a:ext cx="640361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F0B26B-80E7-17A5-83AD-281006BFC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359" y="3116406"/>
            <a:ext cx="561168" cy="2369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918C2B-C90F-1DEF-DB0D-1A27A94F9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324097" y="3387990"/>
            <a:ext cx="639430" cy="1797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96F0D19-22A4-2E15-3591-984AEAE00A1F}"/>
              </a:ext>
            </a:extLst>
          </p:cNvPr>
          <p:cNvGrpSpPr/>
          <p:nvPr/>
        </p:nvGrpSpPr>
        <p:grpSpPr>
          <a:xfrm>
            <a:off x="6532797" y="2372866"/>
            <a:ext cx="1180923" cy="602481"/>
            <a:chOff x="6532797" y="2372866"/>
            <a:chExt cx="1180923" cy="60248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34AF16D-3B67-7A06-911A-5ACD9AA6B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CA2D2B-ABC2-B085-2C83-C206344F3FE0}"/>
                </a:ext>
              </a:extLst>
            </p:cNvPr>
            <p:cNvSpPr txBox="1"/>
            <p:nvPr/>
          </p:nvSpPr>
          <p:spPr>
            <a:xfrm>
              <a:off x="6576473" y="2406154"/>
              <a:ext cx="109356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Estou pronto.</a:t>
              </a:r>
            </a:p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E você?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Terminal Ready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92EA5B1-8E32-D5FC-10C8-96283D61A9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2186095" y="2499540"/>
            <a:ext cx="1204628" cy="6024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F53DB60-9A3B-C316-4B20-1A3D0678EB23}"/>
              </a:ext>
            </a:extLst>
          </p:cNvPr>
          <p:cNvSpPr txBox="1"/>
          <p:nvPr/>
        </p:nvSpPr>
        <p:spPr>
          <a:xfrm>
            <a:off x="2219279" y="2544460"/>
            <a:ext cx="10935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rPr>
              <a:t>Estou pronto.</a:t>
            </a:r>
          </a:p>
          <a:p>
            <a:r>
              <a: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rPr>
              <a:t>E você?</a:t>
            </a:r>
          </a:p>
        </p:txBody>
      </p:sp>
    </p:spTree>
    <p:extLst>
      <p:ext uri="{BB962C8B-B14F-4D97-AF65-F5344CB8AC3E}">
        <p14:creationId xmlns:p14="http://schemas.microsoft.com/office/powerpoint/2010/main" val="323457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774974" y="3413669"/>
            <a:ext cx="678619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DSR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Set Ready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2892426" y="3190234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4972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DSR 6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B4F295-47C2-3E4D-CC31-8B6F8442DE58}"/>
              </a:ext>
            </a:extLst>
          </p:cNvPr>
          <p:cNvGrpSpPr/>
          <p:nvPr/>
        </p:nvGrpSpPr>
        <p:grpSpPr>
          <a:xfrm>
            <a:off x="6249693" y="3190234"/>
            <a:ext cx="561168" cy="237720"/>
            <a:chOff x="2584968" y="3899777"/>
            <a:chExt cx="561168" cy="23772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1AAB15B-6C7E-4EA1-045B-B25CA7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4F3B986-E902-D838-81F7-6DA398308E24}"/>
                </a:ext>
              </a:extLst>
            </p:cNvPr>
            <p:cNvSpPr txBox="1"/>
            <p:nvPr/>
          </p:nvSpPr>
          <p:spPr>
            <a:xfrm>
              <a:off x="2616926" y="3899777"/>
              <a:ext cx="4972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DSR 6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2B833754-BBF7-2752-F5AD-3347B91FF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76" y="3427954"/>
            <a:ext cx="640361" cy="18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91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058109" y="3368789"/>
            <a:ext cx="678619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DSR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Set Ready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2175561" y="3145354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4972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DSR 6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B4F295-47C2-3E4D-CC31-8B6F8442DE58}"/>
              </a:ext>
            </a:extLst>
          </p:cNvPr>
          <p:cNvGrpSpPr/>
          <p:nvPr/>
        </p:nvGrpSpPr>
        <p:grpSpPr>
          <a:xfrm>
            <a:off x="9494337" y="1626904"/>
            <a:ext cx="561168" cy="237720"/>
            <a:chOff x="2584968" y="3899777"/>
            <a:chExt cx="561168" cy="23772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1AAB15B-6C7E-4EA1-045B-B25CA7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4F3B986-E902-D838-81F7-6DA398308E24}"/>
                </a:ext>
              </a:extLst>
            </p:cNvPr>
            <p:cNvSpPr txBox="1"/>
            <p:nvPr/>
          </p:nvSpPr>
          <p:spPr>
            <a:xfrm>
              <a:off x="2616926" y="3899777"/>
              <a:ext cx="4972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DSR 6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2B833754-BBF7-2752-F5AD-3347B91FF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620" y="1864624"/>
            <a:ext cx="640361" cy="18000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A7DB761-FE1C-A6AC-24A6-69D9C8C41BEA}"/>
              </a:ext>
            </a:extLst>
          </p:cNvPr>
          <p:cNvGrpSpPr/>
          <p:nvPr/>
        </p:nvGrpSpPr>
        <p:grpSpPr>
          <a:xfrm>
            <a:off x="2207519" y="2605548"/>
            <a:ext cx="1180923" cy="464088"/>
            <a:chOff x="6532797" y="2511259"/>
            <a:chExt cx="1180923" cy="46408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10C6F28-D509-DFDA-3DB2-1026D8BA3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32797" y="2511259"/>
              <a:ext cx="1180923" cy="46408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2ABC28-FBF4-2FE9-79C2-629FCA17EF8B}"/>
                </a:ext>
              </a:extLst>
            </p:cNvPr>
            <p:cNvSpPr txBox="1"/>
            <p:nvPr/>
          </p:nvSpPr>
          <p:spPr>
            <a:xfrm>
              <a:off x="6580481" y="2563152"/>
              <a:ext cx="1085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Estou pronto.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DADA46-08F4-30A2-7F3D-1AC00E636CF9}"/>
              </a:ext>
            </a:extLst>
          </p:cNvPr>
          <p:cNvGrpSpPr/>
          <p:nvPr/>
        </p:nvGrpSpPr>
        <p:grpSpPr>
          <a:xfrm>
            <a:off x="8883622" y="1101212"/>
            <a:ext cx="1180923" cy="464088"/>
            <a:chOff x="6532797" y="2511259"/>
            <a:chExt cx="1180923" cy="46408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F6B7B8C-7425-8E02-1B13-C08167836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532797" y="2511259"/>
              <a:ext cx="1180923" cy="46408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BF3428-752E-4C3C-1717-7FB3010B05EA}"/>
                </a:ext>
              </a:extLst>
            </p:cNvPr>
            <p:cNvSpPr txBox="1"/>
            <p:nvPr/>
          </p:nvSpPr>
          <p:spPr>
            <a:xfrm>
              <a:off x="6580481" y="2563152"/>
              <a:ext cx="1085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Estou pronto.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9562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109" y="3368789"/>
            <a:ext cx="678619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2175561" y="3145354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RTS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7329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865" y="3368789"/>
            <a:ext cx="678619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2893317" y="3145354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RTS 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53ECFC-4CCB-B758-EAB8-A8D486721CB4}"/>
              </a:ext>
            </a:extLst>
          </p:cNvPr>
          <p:cNvGrpSpPr/>
          <p:nvPr/>
        </p:nvGrpSpPr>
        <p:grpSpPr>
          <a:xfrm>
            <a:off x="2086800" y="2369578"/>
            <a:ext cx="1367683" cy="656697"/>
            <a:chOff x="6346036" y="2511259"/>
            <a:chExt cx="1367683" cy="46408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2F9A684-33C9-4311-AEDE-8D6F5853F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346036" y="2511259"/>
              <a:ext cx="1367683" cy="46408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9F73BC-AEF4-7DF9-D4D0-3EB222677AFD}"/>
                </a:ext>
              </a:extLst>
            </p:cNvPr>
            <p:cNvSpPr txBox="1"/>
            <p:nvPr/>
          </p:nvSpPr>
          <p:spPr>
            <a:xfrm>
              <a:off x="6346037" y="2547142"/>
              <a:ext cx="1367682" cy="304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Prepare-se </a:t>
              </a:r>
            </a:p>
            <a:p>
              <a:r>
                <a:rPr lang="en-US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</a:t>
              </a:r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ara enviar dados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2636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056" y="3429000"/>
            <a:ext cx="678619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20441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DCD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Carrier Detect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6207056" y="3191280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52770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DCD 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2537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20441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DCD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Carrier Detect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91030" y="1657448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5277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DCD 8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E75281D-FFBA-2903-EA87-C9B308FB34C4}"/>
              </a:ext>
            </a:extLst>
          </p:cNvPr>
          <p:cNvGrpSpPr/>
          <p:nvPr/>
        </p:nvGrpSpPr>
        <p:grpSpPr>
          <a:xfrm>
            <a:off x="8683014" y="906679"/>
            <a:ext cx="1367683" cy="656697"/>
            <a:chOff x="6346036" y="2511259"/>
            <a:chExt cx="1367683" cy="46408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DE2B247-B037-33AD-73E0-CA5F4E97C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346036" y="2511259"/>
              <a:ext cx="1367683" cy="46408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2D684E-BC52-8BDC-7089-1D7E7D8DB738}"/>
                </a:ext>
              </a:extLst>
            </p:cNvPr>
            <p:cNvSpPr txBox="1"/>
            <p:nvPr/>
          </p:nvSpPr>
          <p:spPr>
            <a:xfrm>
              <a:off x="6346037" y="2547142"/>
              <a:ext cx="1305165" cy="304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Transmissão será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Iniciada.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95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814929" y="3195558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8325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031877" y="3185726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124A5D0-CF35-2BD2-14A5-9E333F0FF183}"/>
              </a:ext>
            </a:extLst>
          </p:cNvPr>
          <p:cNvGrpSpPr/>
          <p:nvPr/>
        </p:nvGrpSpPr>
        <p:grpSpPr>
          <a:xfrm>
            <a:off x="2149863" y="2202426"/>
            <a:ext cx="1238580" cy="867210"/>
            <a:chOff x="6475141" y="2108137"/>
            <a:chExt cx="1238580" cy="86721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1904121-D6DE-EF4D-B9F8-23920E6CE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75141" y="2108137"/>
              <a:ext cx="1238580" cy="86721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D2B6C3-4D10-A72D-6F22-45B05C0BE318}"/>
                </a:ext>
              </a:extLst>
            </p:cNvPr>
            <p:cNvSpPr txBox="1"/>
            <p:nvPr/>
          </p:nvSpPr>
          <p:spPr>
            <a:xfrm>
              <a:off x="6544168" y="2171136"/>
              <a:ext cx="1140056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Tudo pronto.</a:t>
              </a:r>
            </a:p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Pode começar</a:t>
              </a:r>
            </a:p>
            <a:p>
              <a:r>
                <a:rPr lang="en-US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a transmissão.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7360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000568" y="3146957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8350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775863" y="3165927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C00348-F1DF-592D-B8C0-7337386461AC}"/>
              </a:ext>
            </a:extLst>
          </p:cNvPr>
          <p:cNvGrpSpPr/>
          <p:nvPr/>
        </p:nvGrpSpPr>
        <p:grpSpPr>
          <a:xfrm>
            <a:off x="2086799" y="2585884"/>
            <a:ext cx="1367684" cy="440388"/>
            <a:chOff x="6346035" y="2605587"/>
            <a:chExt cx="1367684" cy="36976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E856012-A4B6-AA62-54E4-ADEE7B7C3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346035" y="2605587"/>
              <a:ext cx="1367683" cy="36976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923-145A-EC26-665E-E85421153860}"/>
                </a:ext>
              </a:extLst>
            </p:cNvPr>
            <p:cNvSpPr txBox="1"/>
            <p:nvPr/>
          </p:nvSpPr>
          <p:spPr>
            <a:xfrm>
              <a:off x="6346037" y="2650862"/>
              <a:ext cx="1367682" cy="1848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rgbClr val="FF0000"/>
                  </a:solidFill>
                  <a:latin typeface="CERAPRO-MEDIUM" pitchFamily="2" charset="0"/>
                </a:rPr>
                <a:t>CT</a:t>
              </a:r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, quer receber?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2566219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8A48F-81D0-A0B7-A83B-E6F792911F96}"/>
              </a:ext>
            </a:extLst>
          </p:cNvPr>
          <p:cNvSpPr txBox="1"/>
          <p:nvPr/>
        </p:nvSpPr>
        <p:spPr>
          <a:xfrm>
            <a:off x="4008037" y="1875832"/>
            <a:ext cx="21996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ENQ | SEL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| EOT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686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07678" y="3187932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2566219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8A48F-81D0-A0B7-A83B-E6F792911F96}"/>
              </a:ext>
            </a:extLst>
          </p:cNvPr>
          <p:cNvSpPr txBox="1"/>
          <p:nvPr/>
        </p:nvSpPr>
        <p:spPr>
          <a:xfrm>
            <a:off x="4008037" y="1875832"/>
            <a:ext cx="21996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ENQ | SEL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| EOT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027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521148" y="1627385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2566219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8A48F-81D0-A0B7-A83B-E6F792911F96}"/>
              </a:ext>
            </a:extLst>
          </p:cNvPr>
          <p:cNvSpPr txBox="1"/>
          <p:nvPr/>
        </p:nvSpPr>
        <p:spPr>
          <a:xfrm>
            <a:off x="4008037" y="1875832"/>
            <a:ext cx="21996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ENQ | SEL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| EOT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804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89404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52324" y="1628167"/>
            <a:ext cx="678619" cy="416942"/>
            <a:chOff x="6138232" y="3192062"/>
            <a:chExt cx="678619" cy="4169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138232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2062"/>
              <a:ext cx="561168" cy="236938"/>
              <a:chOff x="2584968" y="3900559"/>
              <a:chExt cx="561168" cy="23693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23338" y="3906665"/>
                <a:ext cx="4844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RTS 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83310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89404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17511" y="3161999"/>
            <a:ext cx="678619" cy="416942"/>
            <a:chOff x="6138232" y="3192062"/>
            <a:chExt cx="678619" cy="4169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138232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2062"/>
              <a:ext cx="561168" cy="236938"/>
              <a:chOff x="2584968" y="3900559"/>
              <a:chExt cx="561168" cy="23693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23338" y="3906665"/>
                <a:ext cx="4844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RTS 4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2BF7A0A-3392-AF2F-0683-0C5F7FD6E538}"/>
              </a:ext>
            </a:extLst>
          </p:cNvPr>
          <p:cNvGrpSpPr/>
          <p:nvPr/>
        </p:nvGrpSpPr>
        <p:grpSpPr>
          <a:xfrm>
            <a:off x="6324705" y="2464203"/>
            <a:ext cx="1180923" cy="602481"/>
            <a:chOff x="6532797" y="2372866"/>
            <a:chExt cx="1180923" cy="60248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C425E7D-74A1-8C85-33B2-B66FC82AA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4F0597-8D70-6D8A-D1C4-7C26DC86F6BD}"/>
                </a:ext>
              </a:extLst>
            </p:cNvPr>
            <p:cNvSpPr txBox="1"/>
            <p:nvPr/>
          </p:nvSpPr>
          <p:spPr>
            <a:xfrm>
              <a:off x="6576473" y="2406154"/>
              <a:ext cx="9621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Prepare-se</a:t>
              </a:r>
            </a:p>
            <a:p>
              <a:r>
                <a:rPr lang="en-US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</a:t>
              </a:r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ara enviar.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4061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071418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3200" b="1" dirty="0">
                <a:latin typeface="Cera Pro" pitchFamily="2" charset="0"/>
              </a:rPr>
              <a:t>DCD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Carrier Detect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789824" y="3197114"/>
            <a:ext cx="678619" cy="416942"/>
            <a:chOff x="6138232" y="3192062"/>
            <a:chExt cx="678619" cy="4169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138232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2062"/>
              <a:ext cx="566079" cy="236938"/>
              <a:chOff x="2584968" y="3900559"/>
              <a:chExt cx="566079" cy="23693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23338" y="3906665"/>
                <a:ext cx="5277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DCD 8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2BF7A0A-3392-AF2F-0683-0C5F7FD6E538}"/>
              </a:ext>
            </a:extLst>
          </p:cNvPr>
          <p:cNvGrpSpPr/>
          <p:nvPr/>
        </p:nvGrpSpPr>
        <p:grpSpPr>
          <a:xfrm>
            <a:off x="2199362" y="2544655"/>
            <a:ext cx="1180923" cy="602481"/>
            <a:chOff x="6532797" y="2372866"/>
            <a:chExt cx="1180923" cy="60248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C425E7D-74A1-8C85-33B2-B66FC82AA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4F0597-8D70-6D8A-D1C4-7C26DC86F6BD}"/>
                </a:ext>
              </a:extLst>
            </p:cNvPr>
            <p:cNvSpPr txBox="1"/>
            <p:nvPr/>
          </p:nvSpPr>
          <p:spPr>
            <a:xfrm>
              <a:off x="6576473" y="240615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Transmissão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será iniciada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647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33652" y="3225054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58469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97962" y="1661725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D7F86F6-8BAA-DD4F-367C-BD981AF9AE6D}"/>
              </a:ext>
            </a:extLst>
          </p:cNvPr>
          <p:cNvGrpSpPr/>
          <p:nvPr/>
        </p:nvGrpSpPr>
        <p:grpSpPr>
          <a:xfrm>
            <a:off x="8796807" y="992280"/>
            <a:ext cx="1180923" cy="602481"/>
            <a:chOff x="6532797" y="2372866"/>
            <a:chExt cx="1180923" cy="60248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BC98CE-C821-8D8A-FF51-B7530CFA3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C59AD5-724B-A461-A56C-3035FF8C9191}"/>
                </a:ext>
              </a:extLst>
            </p:cNvPr>
            <p:cNvSpPr txBox="1"/>
            <p:nvPr/>
          </p:nvSpPr>
          <p:spPr>
            <a:xfrm>
              <a:off x="6576473" y="240615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Transmissão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será iniciada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4771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73084" y="1632789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3634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28439" y="3137124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78F521E-C702-7DC0-614B-F7359E16545D}"/>
              </a:ext>
            </a:extLst>
          </p:cNvPr>
          <p:cNvGrpSpPr/>
          <p:nvPr/>
        </p:nvGrpSpPr>
        <p:grpSpPr>
          <a:xfrm>
            <a:off x="6324705" y="2464203"/>
            <a:ext cx="1180923" cy="602481"/>
            <a:chOff x="6532797" y="2372866"/>
            <a:chExt cx="1180923" cy="60248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9711CBF-D705-46E9-1958-094D0A4929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2459178-BCDD-559F-2DEA-85589CD3A6E5}"/>
                </a:ext>
              </a:extLst>
            </p:cNvPr>
            <p:cNvSpPr txBox="1"/>
            <p:nvPr/>
          </p:nvSpPr>
          <p:spPr>
            <a:xfrm>
              <a:off x="6576473" y="2406154"/>
              <a:ext cx="8947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Sim, quero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receber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  <p:sp>
        <p:nvSpPr>
          <p:cNvPr id="12" name="Horizontal Scroll 11">
            <a:extLst>
              <a:ext uri="{FF2B5EF4-FFF2-40B4-BE49-F238E27FC236}">
                <a16:creationId xmlns:a16="http://schemas.microsoft.com/office/drawing/2014/main" id="{4F98E228-FF3D-4F46-320B-4C33F2717CEA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2864E-27BC-4EB5-443D-06970BFFAA18}"/>
              </a:ext>
            </a:extLst>
          </p:cNvPr>
          <p:cNvSpPr txBox="1"/>
          <p:nvPr/>
        </p:nvSpPr>
        <p:spPr>
          <a:xfrm>
            <a:off x="4561875" y="1875832"/>
            <a:ext cx="1091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| ACK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457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840439" y="3137124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2" name="Horizontal Scroll 11">
            <a:extLst>
              <a:ext uri="{FF2B5EF4-FFF2-40B4-BE49-F238E27FC236}">
                <a16:creationId xmlns:a16="http://schemas.microsoft.com/office/drawing/2014/main" id="{4F98E228-FF3D-4F46-320B-4C33F2717CEA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2864E-27BC-4EB5-443D-06970BFFAA18}"/>
              </a:ext>
            </a:extLst>
          </p:cNvPr>
          <p:cNvSpPr txBox="1"/>
          <p:nvPr/>
        </p:nvSpPr>
        <p:spPr>
          <a:xfrm>
            <a:off x="4561875" y="1875832"/>
            <a:ext cx="1091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| ACK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849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000568" y="3137124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2" name="Horizontal Scroll 11">
            <a:extLst>
              <a:ext uri="{FF2B5EF4-FFF2-40B4-BE49-F238E27FC236}">
                <a16:creationId xmlns:a16="http://schemas.microsoft.com/office/drawing/2014/main" id="{4F98E228-FF3D-4F46-320B-4C33F2717CEA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2864E-27BC-4EB5-443D-06970BFFAA18}"/>
              </a:ext>
            </a:extLst>
          </p:cNvPr>
          <p:cNvSpPr txBox="1"/>
          <p:nvPr/>
        </p:nvSpPr>
        <p:spPr>
          <a:xfrm>
            <a:off x="4561875" y="1875832"/>
            <a:ext cx="10919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| ACK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12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109" y="3368789"/>
            <a:ext cx="678619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2175561" y="3145354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RTS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4524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865" y="3368789"/>
            <a:ext cx="678619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2893317" y="3145354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RTS 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53ECFC-4CCB-B758-EAB8-A8D486721CB4}"/>
              </a:ext>
            </a:extLst>
          </p:cNvPr>
          <p:cNvGrpSpPr/>
          <p:nvPr/>
        </p:nvGrpSpPr>
        <p:grpSpPr>
          <a:xfrm>
            <a:off x="2086800" y="2369578"/>
            <a:ext cx="1367683" cy="656697"/>
            <a:chOff x="6346036" y="2511259"/>
            <a:chExt cx="1367683" cy="46408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2F9A684-33C9-4311-AEDE-8D6F5853F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346036" y="2511259"/>
              <a:ext cx="1367683" cy="46408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9F73BC-AEF4-7DF9-D4D0-3EB222677AFD}"/>
                </a:ext>
              </a:extLst>
            </p:cNvPr>
            <p:cNvSpPr txBox="1"/>
            <p:nvPr/>
          </p:nvSpPr>
          <p:spPr>
            <a:xfrm>
              <a:off x="6346037" y="2547142"/>
              <a:ext cx="1367682" cy="304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Prepare-se </a:t>
              </a:r>
            </a:p>
            <a:p>
              <a:r>
                <a:rPr lang="en-US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</a:t>
              </a:r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ara enviar dados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68340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056" y="3429000"/>
            <a:ext cx="678619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20441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DCD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Carrier Detect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6207056" y="3191280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52770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DCD 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95202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20441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DCD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Carrier Detect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91030" y="1657448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5277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DCD 8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E75281D-FFBA-2903-EA87-C9B308FB34C4}"/>
              </a:ext>
            </a:extLst>
          </p:cNvPr>
          <p:cNvGrpSpPr/>
          <p:nvPr/>
        </p:nvGrpSpPr>
        <p:grpSpPr>
          <a:xfrm>
            <a:off x="8683014" y="906679"/>
            <a:ext cx="1367683" cy="656697"/>
            <a:chOff x="6346036" y="2511259"/>
            <a:chExt cx="1367683" cy="46408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DE2B247-B037-33AD-73E0-CA5F4E97C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346036" y="2511259"/>
              <a:ext cx="1367683" cy="46408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2D684E-BC52-8BDC-7089-1D7E7D8DB738}"/>
                </a:ext>
              </a:extLst>
            </p:cNvPr>
            <p:cNvSpPr txBox="1"/>
            <p:nvPr/>
          </p:nvSpPr>
          <p:spPr>
            <a:xfrm>
              <a:off x="6346037" y="2547142"/>
              <a:ext cx="1305165" cy="304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Transmissão será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Iniciada.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8823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814929" y="3195558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7973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031877" y="3185726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124A5D0-CF35-2BD2-14A5-9E333F0FF183}"/>
              </a:ext>
            </a:extLst>
          </p:cNvPr>
          <p:cNvGrpSpPr/>
          <p:nvPr/>
        </p:nvGrpSpPr>
        <p:grpSpPr>
          <a:xfrm>
            <a:off x="2149863" y="2202426"/>
            <a:ext cx="1238580" cy="867210"/>
            <a:chOff x="6475141" y="2108137"/>
            <a:chExt cx="1238580" cy="86721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1904121-D6DE-EF4D-B9F8-23920E6CE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75141" y="2108137"/>
              <a:ext cx="1238580" cy="86721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D2B6C3-4D10-A72D-6F22-45B05C0BE318}"/>
                </a:ext>
              </a:extLst>
            </p:cNvPr>
            <p:cNvSpPr txBox="1"/>
            <p:nvPr/>
          </p:nvSpPr>
          <p:spPr>
            <a:xfrm>
              <a:off x="6544168" y="2171136"/>
              <a:ext cx="1140056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Tudo pronto.</a:t>
              </a:r>
            </a:p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Pode começar</a:t>
              </a:r>
            </a:p>
            <a:p>
              <a:r>
                <a:rPr lang="en-US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a transmissão.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39549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000568" y="3146957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66535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775863" y="3165927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C00348-F1DF-592D-B8C0-7337386461AC}"/>
              </a:ext>
            </a:extLst>
          </p:cNvPr>
          <p:cNvGrpSpPr/>
          <p:nvPr/>
        </p:nvGrpSpPr>
        <p:grpSpPr>
          <a:xfrm>
            <a:off x="2209852" y="2363073"/>
            <a:ext cx="1062270" cy="696025"/>
            <a:chOff x="6346033" y="2390948"/>
            <a:chExt cx="1062270" cy="58439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E856012-A4B6-AA62-54E4-ADEE7B7C3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346033" y="2390948"/>
              <a:ext cx="1062269" cy="58439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923-145A-EC26-665E-E85421153860}"/>
                </a:ext>
              </a:extLst>
            </p:cNvPr>
            <p:cNvSpPr txBox="1"/>
            <p:nvPr/>
          </p:nvSpPr>
          <p:spPr>
            <a:xfrm>
              <a:off x="6409312" y="2450464"/>
              <a:ext cx="998991" cy="3617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rgbClr val="FF0000"/>
                  </a:solidFill>
                  <a:latin typeface="CERAPRO-MEDIUM" pitchFamily="2" charset="0"/>
                </a:rPr>
                <a:t>CT</a:t>
              </a:r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, esta é a 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mensagem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3982064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8A48F-81D0-A0B7-A83B-E6F792911F96}"/>
              </a:ext>
            </a:extLst>
          </p:cNvPr>
          <p:cNvSpPr txBox="1"/>
          <p:nvPr/>
        </p:nvSpPr>
        <p:spPr>
          <a:xfrm>
            <a:off x="4008037" y="1875832"/>
            <a:ext cx="3746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SOH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 | STX | "texto" | ETX | BCC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503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46650" y="3219887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3982064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8A48F-81D0-A0B7-A83B-E6F792911F96}"/>
              </a:ext>
            </a:extLst>
          </p:cNvPr>
          <p:cNvSpPr txBox="1"/>
          <p:nvPr/>
        </p:nvSpPr>
        <p:spPr>
          <a:xfrm>
            <a:off x="4008037" y="1875832"/>
            <a:ext cx="3746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SOH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 | STX | "texto" | ETX | BCC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35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530624" y="1627385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3982064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8A48F-81D0-A0B7-A83B-E6F792911F96}"/>
              </a:ext>
            </a:extLst>
          </p:cNvPr>
          <p:cNvSpPr txBox="1"/>
          <p:nvPr/>
        </p:nvSpPr>
        <p:spPr>
          <a:xfrm>
            <a:off x="4008037" y="1875832"/>
            <a:ext cx="3746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SOH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 | STX | "texto" | ETX | BCC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754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89404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52324" y="1628167"/>
            <a:ext cx="678619" cy="416942"/>
            <a:chOff x="6138232" y="3192062"/>
            <a:chExt cx="678619" cy="4169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138232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2062"/>
              <a:ext cx="561168" cy="236938"/>
              <a:chOff x="2584968" y="3900559"/>
              <a:chExt cx="561168" cy="23693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23338" y="3906665"/>
                <a:ext cx="4844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RTS 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02517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89404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17511" y="3161999"/>
            <a:ext cx="678619" cy="416942"/>
            <a:chOff x="6138232" y="3192062"/>
            <a:chExt cx="678619" cy="4169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138232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2062"/>
              <a:ext cx="561168" cy="236938"/>
              <a:chOff x="2584968" y="3900559"/>
              <a:chExt cx="561168" cy="23693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23338" y="3906665"/>
                <a:ext cx="4844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RTS 4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2BF7A0A-3392-AF2F-0683-0C5F7FD6E538}"/>
              </a:ext>
            </a:extLst>
          </p:cNvPr>
          <p:cNvGrpSpPr/>
          <p:nvPr/>
        </p:nvGrpSpPr>
        <p:grpSpPr>
          <a:xfrm>
            <a:off x="6324705" y="2464203"/>
            <a:ext cx="1180923" cy="602481"/>
            <a:chOff x="6532797" y="2372866"/>
            <a:chExt cx="1180923" cy="60248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C425E7D-74A1-8C85-33B2-B66FC82AA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4F0597-8D70-6D8A-D1C4-7C26DC86F6BD}"/>
                </a:ext>
              </a:extLst>
            </p:cNvPr>
            <p:cNvSpPr txBox="1"/>
            <p:nvPr/>
          </p:nvSpPr>
          <p:spPr>
            <a:xfrm>
              <a:off x="6576473" y="2406154"/>
              <a:ext cx="9621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Prepare-se</a:t>
              </a:r>
            </a:p>
            <a:p>
              <a:r>
                <a:rPr lang="en-US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</a:t>
              </a:r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ara enviar.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9602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071418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3200" b="1" dirty="0">
                <a:latin typeface="Cera Pro" pitchFamily="2" charset="0"/>
              </a:rPr>
              <a:t>DCD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Carrier Detect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789824" y="3197114"/>
            <a:ext cx="678619" cy="416942"/>
            <a:chOff x="6138232" y="3192062"/>
            <a:chExt cx="678619" cy="4169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138232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2062"/>
              <a:ext cx="566079" cy="236938"/>
              <a:chOff x="2584968" y="3900559"/>
              <a:chExt cx="566079" cy="23693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23338" y="3906665"/>
                <a:ext cx="5277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DCD 8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2BF7A0A-3392-AF2F-0683-0C5F7FD6E538}"/>
              </a:ext>
            </a:extLst>
          </p:cNvPr>
          <p:cNvGrpSpPr/>
          <p:nvPr/>
        </p:nvGrpSpPr>
        <p:grpSpPr>
          <a:xfrm>
            <a:off x="2199362" y="2544655"/>
            <a:ext cx="1180923" cy="602481"/>
            <a:chOff x="6532797" y="2372866"/>
            <a:chExt cx="1180923" cy="60248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C425E7D-74A1-8C85-33B2-B66FC82AA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4F0597-8D70-6D8A-D1C4-7C26DC86F6BD}"/>
                </a:ext>
              </a:extLst>
            </p:cNvPr>
            <p:cNvSpPr txBox="1"/>
            <p:nvPr/>
          </p:nvSpPr>
          <p:spPr>
            <a:xfrm>
              <a:off x="6576473" y="240615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Transmissão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será iniciada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89078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33652" y="3225054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067838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97962" y="1661725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D7F86F6-8BAA-DD4F-367C-BD981AF9AE6D}"/>
              </a:ext>
            </a:extLst>
          </p:cNvPr>
          <p:cNvGrpSpPr/>
          <p:nvPr/>
        </p:nvGrpSpPr>
        <p:grpSpPr>
          <a:xfrm>
            <a:off x="8796807" y="992280"/>
            <a:ext cx="1180923" cy="602481"/>
            <a:chOff x="6532797" y="2372866"/>
            <a:chExt cx="1180923" cy="60248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BC98CE-C821-8D8A-FF51-B7530CFA3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C59AD5-724B-A461-A56C-3035FF8C9191}"/>
                </a:ext>
              </a:extLst>
            </p:cNvPr>
            <p:cNvSpPr txBox="1"/>
            <p:nvPr/>
          </p:nvSpPr>
          <p:spPr>
            <a:xfrm>
              <a:off x="6576473" y="240615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Transmissão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será iniciada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9770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73084" y="1632789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09367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042" y="5662160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743821" y="5842164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1874815" y="5875150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sp>
        <p:nvSpPr>
          <p:cNvPr id="12" name="Horizontal Scroll 11">
            <a:extLst>
              <a:ext uri="{FF2B5EF4-FFF2-40B4-BE49-F238E27FC236}">
                <a16:creationId xmlns:a16="http://schemas.microsoft.com/office/drawing/2014/main" id="{4F98E228-FF3D-4F46-320B-4C33F2717CEA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2864E-27BC-4EB5-443D-06970BFFAA18}"/>
              </a:ext>
            </a:extLst>
          </p:cNvPr>
          <p:cNvSpPr txBox="1"/>
          <p:nvPr/>
        </p:nvSpPr>
        <p:spPr>
          <a:xfrm>
            <a:off x="4561875" y="1875832"/>
            <a:ext cx="1090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| NAK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  <p:sp>
        <p:nvSpPr>
          <p:cNvPr id="14" name="Explosion 1 13">
            <a:extLst>
              <a:ext uri="{FF2B5EF4-FFF2-40B4-BE49-F238E27FC236}">
                <a16:creationId xmlns:a16="http://schemas.microsoft.com/office/drawing/2014/main" id="{4721249C-FE7F-F857-ABFF-8DE8E3BC3D2D}"/>
              </a:ext>
            </a:extLst>
          </p:cNvPr>
          <p:cNvSpPr/>
          <p:nvPr/>
        </p:nvSpPr>
        <p:spPr>
          <a:xfrm rot="21154881">
            <a:off x="4069048" y="4609952"/>
            <a:ext cx="4290646" cy="1496934"/>
          </a:xfrm>
          <a:prstGeom prst="irregularSeal1">
            <a:avLst/>
          </a:prstGeom>
          <a:solidFill>
            <a:srgbClr val="FF2E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82EAEC-CA15-0515-FD1C-AEE9DE2E61B7}"/>
              </a:ext>
            </a:extLst>
          </p:cNvPr>
          <p:cNvSpPr txBox="1"/>
          <p:nvPr/>
        </p:nvSpPr>
        <p:spPr>
          <a:xfrm rot="21154881">
            <a:off x="4888110" y="4900671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CERAPRO-MEDIUM" pitchFamily="2" charset="0"/>
              </a:rPr>
              <a:t>CQ, ocorreu um erro!</a:t>
            </a:r>
            <a:endParaRPr lang="en-BR" sz="1800" dirty="0">
              <a:latin typeface="CERAPRO-MEDIUM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E8283E-24D6-6402-8B16-FD50EB643174}"/>
              </a:ext>
            </a:extLst>
          </p:cNvPr>
          <p:cNvGrpSpPr/>
          <p:nvPr/>
        </p:nvGrpSpPr>
        <p:grpSpPr>
          <a:xfrm>
            <a:off x="9473084" y="1632789"/>
            <a:ext cx="678619" cy="417724"/>
            <a:chOff x="6207056" y="3191280"/>
            <a:chExt cx="678619" cy="41772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C140631-5A50-E344-2BC7-2D1D47637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A067583-19DE-FB54-E828-5FC15CFB2CE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2D8690D-0BCC-6E9B-DE02-1483A1D37D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0FF91A-5962-26AE-2E08-171ACED0FD09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005957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042" y="5662160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743821" y="5842164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1874815" y="5875150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28439" y="3137124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  <p:sp>
        <p:nvSpPr>
          <p:cNvPr id="12" name="Horizontal Scroll 11">
            <a:extLst>
              <a:ext uri="{FF2B5EF4-FFF2-40B4-BE49-F238E27FC236}">
                <a16:creationId xmlns:a16="http://schemas.microsoft.com/office/drawing/2014/main" id="{4F98E228-FF3D-4F46-320B-4C33F2717CEA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2864E-27BC-4EB5-443D-06970BFFAA18}"/>
              </a:ext>
            </a:extLst>
          </p:cNvPr>
          <p:cNvSpPr txBox="1"/>
          <p:nvPr/>
        </p:nvSpPr>
        <p:spPr>
          <a:xfrm>
            <a:off x="4561875" y="1875832"/>
            <a:ext cx="1090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| NAK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  <p:sp>
        <p:nvSpPr>
          <p:cNvPr id="14" name="Explosion 1 13">
            <a:extLst>
              <a:ext uri="{FF2B5EF4-FFF2-40B4-BE49-F238E27FC236}">
                <a16:creationId xmlns:a16="http://schemas.microsoft.com/office/drawing/2014/main" id="{4721249C-FE7F-F857-ABFF-8DE8E3BC3D2D}"/>
              </a:ext>
            </a:extLst>
          </p:cNvPr>
          <p:cNvSpPr/>
          <p:nvPr/>
        </p:nvSpPr>
        <p:spPr>
          <a:xfrm rot="21154881">
            <a:off x="4069048" y="4609952"/>
            <a:ext cx="4290646" cy="1496934"/>
          </a:xfrm>
          <a:prstGeom prst="irregularSeal1">
            <a:avLst/>
          </a:prstGeom>
          <a:solidFill>
            <a:srgbClr val="FF2E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82EAEC-CA15-0515-FD1C-AEE9DE2E61B7}"/>
              </a:ext>
            </a:extLst>
          </p:cNvPr>
          <p:cNvSpPr txBox="1"/>
          <p:nvPr/>
        </p:nvSpPr>
        <p:spPr>
          <a:xfrm rot="21154881">
            <a:off x="4888110" y="4900671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latin typeface="CERAPRO-MEDIUM" pitchFamily="2" charset="0"/>
              </a:rPr>
              <a:t>CQ, ocorreu um erro!</a:t>
            </a:r>
            <a:endParaRPr lang="en-BR" sz="1800" dirty="0">
              <a:latin typeface="CERAPRO-MEDIUM" pitchFamily="2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BA81A08-3121-5F61-55CE-D6D6813F1B52}"/>
              </a:ext>
            </a:extLst>
          </p:cNvPr>
          <p:cNvGrpSpPr/>
          <p:nvPr/>
        </p:nvGrpSpPr>
        <p:grpSpPr>
          <a:xfrm>
            <a:off x="6324705" y="2590476"/>
            <a:ext cx="1180923" cy="476208"/>
            <a:chOff x="6532797" y="2499139"/>
            <a:chExt cx="1180923" cy="47620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A1F4274-D13B-1B82-0647-16AED1FF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32797" y="2499139"/>
              <a:ext cx="1180923" cy="47620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80F351-02F5-3BCE-F1D9-03AFCBE29B10}"/>
                </a:ext>
              </a:extLst>
            </p:cNvPr>
            <p:cNvSpPr txBox="1"/>
            <p:nvPr/>
          </p:nvSpPr>
          <p:spPr>
            <a:xfrm>
              <a:off x="6606036" y="2572308"/>
              <a:ext cx="10182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Retransmita.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48988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840439" y="3137124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2" name="Horizontal Scroll 11">
            <a:extLst>
              <a:ext uri="{FF2B5EF4-FFF2-40B4-BE49-F238E27FC236}">
                <a16:creationId xmlns:a16="http://schemas.microsoft.com/office/drawing/2014/main" id="{4F98E228-FF3D-4F46-320B-4C33F2717CEA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2864E-27BC-4EB5-443D-06970BFFAA18}"/>
              </a:ext>
            </a:extLst>
          </p:cNvPr>
          <p:cNvSpPr txBox="1"/>
          <p:nvPr/>
        </p:nvSpPr>
        <p:spPr>
          <a:xfrm>
            <a:off x="4561875" y="1875832"/>
            <a:ext cx="1090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| NAK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2788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000568" y="3137124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2" name="Horizontal Scroll 11">
            <a:extLst>
              <a:ext uri="{FF2B5EF4-FFF2-40B4-BE49-F238E27FC236}">
                <a16:creationId xmlns:a16="http://schemas.microsoft.com/office/drawing/2014/main" id="{4F98E228-FF3D-4F46-320B-4C33F2717CEA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2864E-27BC-4EB5-443D-06970BFFAA18}"/>
              </a:ext>
            </a:extLst>
          </p:cNvPr>
          <p:cNvSpPr txBox="1"/>
          <p:nvPr/>
        </p:nvSpPr>
        <p:spPr>
          <a:xfrm>
            <a:off x="4561875" y="1875832"/>
            <a:ext cx="1090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| NAK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2284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109" y="3368789"/>
            <a:ext cx="678619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2175561" y="3145354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RTS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43235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865" y="3368789"/>
            <a:ext cx="678619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2893317" y="3145354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RTS 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53ECFC-4CCB-B758-EAB8-A8D486721CB4}"/>
              </a:ext>
            </a:extLst>
          </p:cNvPr>
          <p:cNvGrpSpPr/>
          <p:nvPr/>
        </p:nvGrpSpPr>
        <p:grpSpPr>
          <a:xfrm>
            <a:off x="2086800" y="2369578"/>
            <a:ext cx="1367683" cy="656697"/>
            <a:chOff x="6346036" y="2511259"/>
            <a:chExt cx="1367683" cy="46408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2F9A684-33C9-4311-AEDE-8D6F5853F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346036" y="2511259"/>
              <a:ext cx="1367683" cy="46408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9F73BC-AEF4-7DF9-D4D0-3EB222677AFD}"/>
                </a:ext>
              </a:extLst>
            </p:cNvPr>
            <p:cNvSpPr txBox="1"/>
            <p:nvPr/>
          </p:nvSpPr>
          <p:spPr>
            <a:xfrm>
              <a:off x="6346037" y="2547142"/>
              <a:ext cx="1367682" cy="304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Prepare-se </a:t>
              </a:r>
            </a:p>
            <a:p>
              <a:r>
                <a:rPr lang="en-US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</a:t>
              </a:r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ara enviar dados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06597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056" y="3429000"/>
            <a:ext cx="678619" cy="180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20441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DCD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Carrier Detect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6207056" y="3191280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52770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DCD 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7878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20441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DCD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Carrier Detect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91030" y="1657448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5277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DCD 8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E75281D-FFBA-2903-EA87-C9B308FB34C4}"/>
              </a:ext>
            </a:extLst>
          </p:cNvPr>
          <p:cNvGrpSpPr/>
          <p:nvPr/>
        </p:nvGrpSpPr>
        <p:grpSpPr>
          <a:xfrm>
            <a:off x="8683014" y="906679"/>
            <a:ext cx="1367683" cy="656697"/>
            <a:chOff x="6346036" y="2511259"/>
            <a:chExt cx="1367683" cy="46408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DE2B247-B037-33AD-73E0-CA5F4E97C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346036" y="2511259"/>
              <a:ext cx="1367683" cy="46408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2D684E-BC52-8BDC-7089-1D7E7D8DB738}"/>
                </a:ext>
              </a:extLst>
            </p:cNvPr>
            <p:cNvSpPr txBox="1"/>
            <p:nvPr/>
          </p:nvSpPr>
          <p:spPr>
            <a:xfrm>
              <a:off x="6346037" y="2547142"/>
              <a:ext cx="1305165" cy="304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Transmissão será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Iniciada.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75180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814929" y="3195558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62889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031877" y="3185726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124A5D0-CF35-2BD2-14A5-9E333F0FF183}"/>
              </a:ext>
            </a:extLst>
          </p:cNvPr>
          <p:cNvGrpSpPr/>
          <p:nvPr/>
        </p:nvGrpSpPr>
        <p:grpSpPr>
          <a:xfrm>
            <a:off x="2149863" y="2202426"/>
            <a:ext cx="1238580" cy="867210"/>
            <a:chOff x="6475141" y="2108137"/>
            <a:chExt cx="1238580" cy="86721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1904121-D6DE-EF4D-B9F8-23920E6CE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75141" y="2108137"/>
              <a:ext cx="1238580" cy="86721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D2B6C3-4D10-A72D-6F22-45B05C0BE318}"/>
                </a:ext>
              </a:extLst>
            </p:cNvPr>
            <p:cNvSpPr txBox="1"/>
            <p:nvPr/>
          </p:nvSpPr>
          <p:spPr>
            <a:xfrm>
              <a:off x="6544168" y="2171136"/>
              <a:ext cx="1140056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Tudo pronto.</a:t>
              </a:r>
            </a:p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Pode começar</a:t>
              </a:r>
            </a:p>
            <a:p>
              <a:r>
                <a:rPr lang="en-US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a transmissão.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09319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000568" y="3146957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41565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775863" y="3165927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C00348-F1DF-592D-B8C0-7337386461AC}"/>
              </a:ext>
            </a:extLst>
          </p:cNvPr>
          <p:cNvGrpSpPr/>
          <p:nvPr/>
        </p:nvGrpSpPr>
        <p:grpSpPr>
          <a:xfrm>
            <a:off x="2080123" y="2377711"/>
            <a:ext cx="1391480" cy="696025"/>
            <a:chOff x="6346033" y="2390948"/>
            <a:chExt cx="1062269" cy="58439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E856012-A4B6-AA62-54E4-ADEE7B7C3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346033" y="2390948"/>
              <a:ext cx="1062269" cy="58439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923-145A-EC26-665E-E85421153860}"/>
                </a:ext>
              </a:extLst>
            </p:cNvPr>
            <p:cNvSpPr txBox="1"/>
            <p:nvPr/>
          </p:nvSpPr>
          <p:spPr>
            <a:xfrm>
              <a:off x="6409313" y="2450464"/>
              <a:ext cx="998989" cy="361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Retransmitindo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a mensagem.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3982064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8A48F-81D0-A0B7-A83B-E6F792911F96}"/>
              </a:ext>
            </a:extLst>
          </p:cNvPr>
          <p:cNvSpPr txBox="1"/>
          <p:nvPr/>
        </p:nvSpPr>
        <p:spPr>
          <a:xfrm>
            <a:off x="4008037" y="1875832"/>
            <a:ext cx="3746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SOH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 | STX | "texto" | ETX | BCC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8844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46650" y="3219887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3982064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8A48F-81D0-A0B7-A83B-E6F792911F96}"/>
              </a:ext>
            </a:extLst>
          </p:cNvPr>
          <p:cNvSpPr txBox="1"/>
          <p:nvPr/>
        </p:nvSpPr>
        <p:spPr>
          <a:xfrm>
            <a:off x="4008037" y="1875832"/>
            <a:ext cx="3746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SOH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 | STX | "texto" | ETX | BCC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194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530624" y="1627385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3982064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8A48F-81D0-A0B7-A83B-E6F792911F96}"/>
              </a:ext>
            </a:extLst>
          </p:cNvPr>
          <p:cNvSpPr txBox="1"/>
          <p:nvPr/>
        </p:nvSpPr>
        <p:spPr>
          <a:xfrm>
            <a:off x="4008037" y="1875832"/>
            <a:ext cx="3746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SOH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  | STX | "texto" | ETX | BCC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0204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89404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52324" y="1628167"/>
            <a:ext cx="678619" cy="416942"/>
            <a:chOff x="6138232" y="3192062"/>
            <a:chExt cx="678619" cy="4169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138232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2062"/>
              <a:ext cx="561168" cy="236938"/>
              <a:chOff x="2584968" y="3900559"/>
              <a:chExt cx="561168" cy="23693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23338" y="3906665"/>
                <a:ext cx="4844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RTS 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10411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89404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17511" y="3161999"/>
            <a:ext cx="678619" cy="416942"/>
            <a:chOff x="6138232" y="3192062"/>
            <a:chExt cx="678619" cy="4169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138232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2062"/>
              <a:ext cx="561168" cy="236938"/>
              <a:chOff x="2584968" y="3900559"/>
              <a:chExt cx="561168" cy="23693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23338" y="3906665"/>
                <a:ext cx="4844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RTS 4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2BF7A0A-3392-AF2F-0683-0C5F7FD6E538}"/>
              </a:ext>
            </a:extLst>
          </p:cNvPr>
          <p:cNvGrpSpPr/>
          <p:nvPr/>
        </p:nvGrpSpPr>
        <p:grpSpPr>
          <a:xfrm>
            <a:off x="6324705" y="2464203"/>
            <a:ext cx="1180923" cy="602481"/>
            <a:chOff x="6532797" y="2372866"/>
            <a:chExt cx="1180923" cy="60248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C425E7D-74A1-8C85-33B2-B66FC82AA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4F0597-8D70-6D8A-D1C4-7C26DC86F6BD}"/>
                </a:ext>
              </a:extLst>
            </p:cNvPr>
            <p:cNvSpPr txBox="1"/>
            <p:nvPr/>
          </p:nvSpPr>
          <p:spPr>
            <a:xfrm>
              <a:off x="6576473" y="2406154"/>
              <a:ext cx="96212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Prepare-se</a:t>
              </a:r>
            </a:p>
            <a:p>
              <a:r>
                <a:rPr lang="en-US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</a:t>
              </a:r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ara enviar.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82134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071418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R" sz="3200" b="1" dirty="0">
                <a:latin typeface="Cera Pro" pitchFamily="2" charset="0"/>
              </a:rPr>
              <a:t>DCD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Carrier Detect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789824" y="3197114"/>
            <a:ext cx="678619" cy="416942"/>
            <a:chOff x="6138232" y="3192062"/>
            <a:chExt cx="678619" cy="4169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138232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2062"/>
              <a:ext cx="566079" cy="236938"/>
              <a:chOff x="2584968" y="3900559"/>
              <a:chExt cx="566079" cy="236938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23338" y="3906665"/>
                <a:ext cx="5277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DCD 8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2BF7A0A-3392-AF2F-0683-0C5F7FD6E538}"/>
              </a:ext>
            </a:extLst>
          </p:cNvPr>
          <p:cNvGrpSpPr/>
          <p:nvPr/>
        </p:nvGrpSpPr>
        <p:grpSpPr>
          <a:xfrm>
            <a:off x="2199362" y="2544655"/>
            <a:ext cx="1180923" cy="602481"/>
            <a:chOff x="6532797" y="2372866"/>
            <a:chExt cx="1180923" cy="60248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C425E7D-74A1-8C85-33B2-B66FC82AA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4F0597-8D70-6D8A-D1C4-7C26DC86F6BD}"/>
                </a:ext>
              </a:extLst>
            </p:cNvPr>
            <p:cNvSpPr txBox="1"/>
            <p:nvPr/>
          </p:nvSpPr>
          <p:spPr>
            <a:xfrm>
              <a:off x="6576473" y="240615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Transmissão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será iniciada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6961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33652" y="3225054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19799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97962" y="1661725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D7F86F6-8BAA-DD4F-367C-BD981AF9AE6D}"/>
              </a:ext>
            </a:extLst>
          </p:cNvPr>
          <p:cNvGrpSpPr/>
          <p:nvPr/>
        </p:nvGrpSpPr>
        <p:grpSpPr>
          <a:xfrm>
            <a:off x="8796807" y="992280"/>
            <a:ext cx="1180923" cy="602481"/>
            <a:chOff x="6532797" y="2372866"/>
            <a:chExt cx="1180923" cy="60248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BC98CE-C821-8D8A-FF51-B7530CFA3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C59AD5-724B-A461-A56C-3035FF8C9191}"/>
                </a:ext>
              </a:extLst>
            </p:cNvPr>
            <p:cNvSpPr txBox="1"/>
            <p:nvPr/>
          </p:nvSpPr>
          <p:spPr>
            <a:xfrm>
              <a:off x="6576473" y="2406154"/>
              <a:ext cx="10230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Transmissão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será iniciada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21651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73084" y="1632789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87478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73084" y="1632789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  <p:sp>
        <p:nvSpPr>
          <p:cNvPr id="7" name="Horizontal Scroll 6">
            <a:extLst>
              <a:ext uri="{FF2B5EF4-FFF2-40B4-BE49-F238E27FC236}">
                <a16:creationId xmlns:a16="http://schemas.microsoft.com/office/drawing/2014/main" id="{C63BB57C-A2C6-35BB-A212-9A91D200E465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9C19A7-9DB9-2419-4C26-14269B4CA289}"/>
              </a:ext>
            </a:extLst>
          </p:cNvPr>
          <p:cNvSpPr txBox="1"/>
          <p:nvPr/>
        </p:nvSpPr>
        <p:spPr>
          <a:xfrm>
            <a:off x="4797302" y="1877195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latin typeface="CERAPRO-MEDIUM" pitchFamily="2" charset="0"/>
              </a:rPr>
              <a:t>ACK</a:t>
            </a:r>
            <a:endParaRPr lang="en-BR" sz="1600" dirty="0">
              <a:solidFill>
                <a:schemeClr val="bg1"/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5441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51583" y="3177934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  <p:sp>
        <p:nvSpPr>
          <p:cNvPr id="7" name="Horizontal Scroll 6">
            <a:extLst>
              <a:ext uri="{FF2B5EF4-FFF2-40B4-BE49-F238E27FC236}">
                <a16:creationId xmlns:a16="http://schemas.microsoft.com/office/drawing/2014/main" id="{C63BB57C-A2C6-35BB-A212-9A91D200E465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9C19A7-9DB9-2419-4C26-14269B4CA289}"/>
              </a:ext>
            </a:extLst>
          </p:cNvPr>
          <p:cNvSpPr txBox="1"/>
          <p:nvPr/>
        </p:nvSpPr>
        <p:spPr>
          <a:xfrm>
            <a:off x="4797302" y="1877195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latin typeface="CERAPRO-MEDIUM" pitchFamily="2" charset="0"/>
              </a:rPr>
              <a:t>ACK</a:t>
            </a:r>
            <a:endParaRPr lang="en-BR" sz="1600" dirty="0">
              <a:solidFill>
                <a:schemeClr val="bg1"/>
              </a:solidFill>
              <a:latin typeface="CERAPRO-MEDIUM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69D37D6-FB6F-E460-C857-56DA224EC5C6}"/>
              </a:ext>
            </a:extLst>
          </p:cNvPr>
          <p:cNvGrpSpPr/>
          <p:nvPr/>
        </p:nvGrpSpPr>
        <p:grpSpPr>
          <a:xfrm>
            <a:off x="6324705" y="2464203"/>
            <a:ext cx="1180923" cy="602481"/>
            <a:chOff x="6532797" y="2372866"/>
            <a:chExt cx="1180923" cy="60248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7DD5042-BAC5-5F4B-D45D-38AB872F5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B19007-2F7A-021F-6C22-536E18E8E66C}"/>
                </a:ext>
              </a:extLst>
            </p:cNvPr>
            <p:cNvSpPr txBox="1"/>
            <p:nvPr/>
          </p:nvSpPr>
          <p:spPr>
            <a:xfrm>
              <a:off x="6576473" y="2406154"/>
              <a:ext cx="89319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Mensagem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recebida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9290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840439" y="3137124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2" name="Horizontal Scroll 11">
            <a:extLst>
              <a:ext uri="{FF2B5EF4-FFF2-40B4-BE49-F238E27FC236}">
                <a16:creationId xmlns:a16="http://schemas.microsoft.com/office/drawing/2014/main" id="{4F98E228-FF3D-4F46-320B-4C33F2717CEA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047C8-255D-E296-3F74-54D74FEBAA75}"/>
              </a:ext>
            </a:extLst>
          </p:cNvPr>
          <p:cNvSpPr txBox="1"/>
          <p:nvPr/>
        </p:nvSpPr>
        <p:spPr>
          <a:xfrm>
            <a:off x="4797302" y="1877195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latin typeface="CERAPRO-MEDIUM" pitchFamily="2" charset="0"/>
              </a:rPr>
              <a:t>ACK</a:t>
            </a:r>
            <a:endParaRPr lang="en-BR" sz="1600" dirty="0">
              <a:solidFill>
                <a:schemeClr val="bg1"/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3988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000568" y="3137124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2" name="Horizontal Scroll 11">
            <a:extLst>
              <a:ext uri="{FF2B5EF4-FFF2-40B4-BE49-F238E27FC236}">
                <a16:creationId xmlns:a16="http://schemas.microsoft.com/office/drawing/2014/main" id="{4F98E228-FF3D-4F46-320B-4C33F2717CEA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3003D9-EA80-AB96-E02D-C64464F632A4}"/>
              </a:ext>
            </a:extLst>
          </p:cNvPr>
          <p:cNvSpPr txBox="1"/>
          <p:nvPr/>
        </p:nvSpPr>
        <p:spPr>
          <a:xfrm>
            <a:off x="4797302" y="1877195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latin typeface="CERAPRO-MEDIUM" pitchFamily="2" charset="0"/>
              </a:rPr>
              <a:t>ACK</a:t>
            </a:r>
            <a:endParaRPr lang="en-BR" sz="1600" dirty="0">
              <a:solidFill>
                <a:schemeClr val="bg1"/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6399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9949-55F5-3497-4E29-DA3CA8F30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98" y="1"/>
            <a:ext cx="1682578" cy="10956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1843248" y="5586159"/>
            <a:ext cx="4712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Transmissão Encerrada</a:t>
            </a:r>
          </a:p>
        </p:txBody>
      </p:sp>
      <p:sp>
        <p:nvSpPr>
          <p:cNvPr id="12" name="Horizontal Scroll 11">
            <a:extLst>
              <a:ext uri="{FF2B5EF4-FFF2-40B4-BE49-F238E27FC236}">
                <a16:creationId xmlns:a16="http://schemas.microsoft.com/office/drawing/2014/main" id="{4F98E228-FF3D-4F46-320B-4C33F2717CEA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3003D9-EA80-AB96-E02D-C64464F632A4}"/>
              </a:ext>
            </a:extLst>
          </p:cNvPr>
          <p:cNvSpPr txBox="1"/>
          <p:nvPr/>
        </p:nvSpPr>
        <p:spPr>
          <a:xfrm>
            <a:off x="4603865" y="1875832"/>
            <a:ext cx="10727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CQ</a:t>
            </a:r>
            <a:r>
              <a:rPr lang="pt-BR" sz="1600" dirty="0">
                <a:solidFill>
                  <a:schemeClr val="bg1"/>
                </a:solidFill>
                <a:latin typeface="CERAPRO-MEDIUM" pitchFamily="2" charset="0"/>
              </a:rPr>
              <a:t> | EOT</a:t>
            </a:r>
            <a:endParaRPr lang="en-BR" sz="1600" dirty="0">
              <a:solidFill>
                <a:schemeClr val="bg1"/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8706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01E7-D399-EDA4-548B-075073E94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507048"/>
            <a:ext cx="10668000" cy="2387600"/>
          </a:xfrm>
        </p:spPr>
        <p:txBody>
          <a:bodyPr>
            <a:normAutofit fontScale="90000"/>
          </a:bodyPr>
          <a:lstStyle/>
          <a:p>
            <a:r>
              <a:rPr lang="en-BR" sz="4800" b="1" dirty="0">
                <a:latin typeface="Cera Pro" pitchFamily="2" charset="0"/>
              </a:rPr>
              <a:t>Polling</a:t>
            </a:r>
            <a:br>
              <a:rPr lang="en-BR" sz="4800" b="1" dirty="0">
                <a:latin typeface="Cera Pro" pitchFamily="2" charset="0"/>
              </a:rPr>
            </a:br>
            <a:br>
              <a:rPr lang="en-BR" sz="4800" b="1" dirty="0">
                <a:latin typeface="Cera Pro" pitchFamily="2" charset="0"/>
              </a:rPr>
            </a:br>
            <a:r>
              <a:rPr lang="en-BR" sz="4800" b="1" dirty="0">
                <a:latin typeface="Cera Pro" pitchFamily="2" charset="0"/>
              </a:rPr>
              <a:t>Invalid</a:t>
            </a:r>
            <a:br>
              <a:rPr lang="en-BR" sz="4800" b="1" dirty="0">
                <a:latin typeface="Cera Pro" pitchFamily="2" charset="0"/>
              </a:rPr>
            </a:br>
            <a:endParaRPr lang="en-BR" sz="4800" b="1" dirty="0">
              <a:latin typeface="Cera Pr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1307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4EE0094-E205-9BFD-3BB2-C3594679F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199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FDCDAD-C697-8F30-427E-8CF54F589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167" y="3211014"/>
            <a:ext cx="561168" cy="236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3429000"/>
            <a:ext cx="640361" cy="18000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D42B23F-6C24-2C58-6696-FE9EB3EF0EC2}"/>
              </a:ext>
            </a:extLst>
          </p:cNvPr>
          <p:cNvGrpSpPr/>
          <p:nvPr/>
        </p:nvGrpSpPr>
        <p:grpSpPr>
          <a:xfrm>
            <a:off x="9492330" y="4633346"/>
            <a:ext cx="639430" cy="451326"/>
            <a:chOff x="9548601" y="1608792"/>
            <a:chExt cx="639430" cy="45132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5F0B26B-80E7-17A5-83AD-281006BFC9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26863" y="1608792"/>
              <a:ext cx="561168" cy="23693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7918C2B-C90F-1DEF-DB0D-1A27A94F9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9548601" y="1880376"/>
              <a:ext cx="639430" cy="179742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AB1EB04-31D7-0F9E-9976-4D618D54C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925442-09F0-3B7F-3EA1-D3CCB2A70C23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D45F12-C671-7228-2184-6F55764A8653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Terminal Ready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6D5F1F-79BE-16E7-4999-16D1C4A943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032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FDCDAD-C697-8F30-427E-8CF54F589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555" y="3211014"/>
            <a:ext cx="561168" cy="2369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956" y="3429000"/>
            <a:ext cx="640361" cy="180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F0B26B-80E7-17A5-83AD-281006BFC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359" y="3116406"/>
            <a:ext cx="561168" cy="2369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918C2B-C90F-1DEF-DB0D-1A27A94F9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324097" y="3387990"/>
            <a:ext cx="639430" cy="1797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96F0D19-22A4-2E15-3591-984AEAE00A1F}"/>
              </a:ext>
            </a:extLst>
          </p:cNvPr>
          <p:cNvGrpSpPr/>
          <p:nvPr/>
        </p:nvGrpSpPr>
        <p:grpSpPr>
          <a:xfrm>
            <a:off x="6532797" y="2372866"/>
            <a:ext cx="1180923" cy="602481"/>
            <a:chOff x="6532797" y="2372866"/>
            <a:chExt cx="1180923" cy="60248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34AF16D-3B67-7A06-911A-5ACD9AA6B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32797" y="2372866"/>
              <a:ext cx="1180923" cy="60248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CA2D2B-ABC2-B085-2C83-C206344F3FE0}"/>
                </a:ext>
              </a:extLst>
            </p:cNvPr>
            <p:cNvSpPr txBox="1"/>
            <p:nvPr/>
          </p:nvSpPr>
          <p:spPr>
            <a:xfrm>
              <a:off x="6576473" y="2406154"/>
              <a:ext cx="109356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Estou pronto.</a:t>
              </a:r>
            </a:p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E você?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Terminal Ready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92EA5B1-8E32-D5FC-10C8-96283D61A9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186095" y="2499540"/>
            <a:ext cx="1204628" cy="6024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F53DB60-9A3B-C316-4B20-1A3D0678EB23}"/>
              </a:ext>
            </a:extLst>
          </p:cNvPr>
          <p:cNvSpPr txBox="1"/>
          <p:nvPr/>
        </p:nvSpPr>
        <p:spPr>
          <a:xfrm>
            <a:off x="2219279" y="2544460"/>
            <a:ext cx="10935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rPr>
              <a:t>Estou pronto.</a:t>
            </a:r>
          </a:p>
          <a:p>
            <a:r>
              <a: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rPr>
              <a:t>E você?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CC0562-45E6-80D3-798D-FD461ADE18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446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774974" y="3413669"/>
            <a:ext cx="678619" cy="1800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DSR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Set Ready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2892426" y="3190234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4972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DSR 6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B4F295-47C2-3E4D-CC31-8B6F8442DE58}"/>
              </a:ext>
            </a:extLst>
          </p:cNvPr>
          <p:cNvGrpSpPr/>
          <p:nvPr/>
        </p:nvGrpSpPr>
        <p:grpSpPr>
          <a:xfrm>
            <a:off x="6249693" y="3190234"/>
            <a:ext cx="561168" cy="237720"/>
            <a:chOff x="2584968" y="3899777"/>
            <a:chExt cx="561168" cy="23772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1AAB15B-6C7E-4EA1-045B-B25CA7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4F3B986-E902-D838-81F7-6DA398308E24}"/>
                </a:ext>
              </a:extLst>
            </p:cNvPr>
            <p:cNvSpPr txBox="1"/>
            <p:nvPr/>
          </p:nvSpPr>
          <p:spPr>
            <a:xfrm>
              <a:off x="2616926" y="3899777"/>
              <a:ext cx="4972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DSR 6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2B833754-BBF7-2752-F5AD-3347B91FF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976" y="3427954"/>
            <a:ext cx="640361" cy="1800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61D259-DCB8-56DC-940A-2F18030F1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298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058109" y="3368789"/>
            <a:ext cx="678619" cy="1800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DSR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Set Ready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2175561" y="3145354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4972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DSR 6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B4F295-47C2-3E4D-CC31-8B6F8442DE58}"/>
              </a:ext>
            </a:extLst>
          </p:cNvPr>
          <p:cNvGrpSpPr/>
          <p:nvPr/>
        </p:nvGrpSpPr>
        <p:grpSpPr>
          <a:xfrm>
            <a:off x="9522472" y="4637390"/>
            <a:ext cx="561168" cy="237720"/>
            <a:chOff x="2584968" y="3899777"/>
            <a:chExt cx="561168" cy="237720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1AAB15B-6C7E-4EA1-045B-B25CA7E0E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4F3B986-E902-D838-81F7-6DA398308E24}"/>
                </a:ext>
              </a:extLst>
            </p:cNvPr>
            <p:cNvSpPr txBox="1"/>
            <p:nvPr/>
          </p:nvSpPr>
          <p:spPr>
            <a:xfrm>
              <a:off x="2616926" y="3899777"/>
              <a:ext cx="4972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DSR 6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2B833754-BBF7-2752-F5AD-3347B91FF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2755" y="4875110"/>
            <a:ext cx="640361" cy="18000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A7DB761-FE1C-A6AC-24A6-69D9C8C41BEA}"/>
              </a:ext>
            </a:extLst>
          </p:cNvPr>
          <p:cNvGrpSpPr/>
          <p:nvPr/>
        </p:nvGrpSpPr>
        <p:grpSpPr>
          <a:xfrm>
            <a:off x="2207519" y="2605548"/>
            <a:ext cx="1180923" cy="464088"/>
            <a:chOff x="6532797" y="2511259"/>
            <a:chExt cx="1180923" cy="46408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10C6F28-D509-DFDA-3DB2-1026D8BA3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32797" y="2511259"/>
              <a:ext cx="1180923" cy="46408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2ABC28-FBF4-2FE9-79C2-629FCA17EF8B}"/>
                </a:ext>
              </a:extLst>
            </p:cNvPr>
            <p:cNvSpPr txBox="1"/>
            <p:nvPr/>
          </p:nvSpPr>
          <p:spPr>
            <a:xfrm>
              <a:off x="6580481" y="2563152"/>
              <a:ext cx="1085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Estou pronto.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DADA46-08F4-30A2-7F3D-1AC00E636CF9}"/>
              </a:ext>
            </a:extLst>
          </p:cNvPr>
          <p:cNvGrpSpPr/>
          <p:nvPr/>
        </p:nvGrpSpPr>
        <p:grpSpPr>
          <a:xfrm>
            <a:off x="8911757" y="4111698"/>
            <a:ext cx="1180923" cy="464088"/>
            <a:chOff x="6532797" y="2511259"/>
            <a:chExt cx="1180923" cy="46408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F6B7B8C-7425-8E02-1B13-C08167836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6532797" y="2511259"/>
              <a:ext cx="1180923" cy="46408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BF3428-752E-4C3C-1717-7FB3010B05EA}"/>
                </a:ext>
              </a:extLst>
            </p:cNvPr>
            <p:cNvSpPr txBox="1"/>
            <p:nvPr/>
          </p:nvSpPr>
          <p:spPr>
            <a:xfrm>
              <a:off x="6580481" y="2563152"/>
              <a:ext cx="10855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Estou pronto.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30D01E4-7510-13AC-94A5-07D2C902BA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128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109" y="3368789"/>
            <a:ext cx="678619" cy="1800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2175561" y="3145354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RTS 4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84426A0-F653-ED6B-0F70-F90F67673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980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5865" y="3368789"/>
            <a:ext cx="678619" cy="1800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19206"/>
            <a:ext cx="1023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2893317" y="3145354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RTS 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53ECFC-4CCB-B758-EAB8-A8D486721CB4}"/>
              </a:ext>
            </a:extLst>
          </p:cNvPr>
          <p:cNvGrpSpPr/>
          <p:nvPr/>
        </p:nvGrpSpPr>
        <p:grpSpPr>
          <a:xfrm>
            <a:off x="2086800" y="2369578"/>
            <a:ext cx="1367683" cy="656697"/>
            <a:chOff x="6346036" y="2511259"/>
            <a:chExt cx="1367683" cy="46408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2F9A684-33C9-4311-AEDE-8D6F5853F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6346036" y="2511259"/>
              <a:ext cx="1367683" cy="46408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9F73BC-AEF4-7DF9-D4D0-3EB222677AFD}"/>
                </a:ext>
              </a:extLst>
            </p:cNvPr>
            <p:cNvSpPr txBox="1"/>
            <p:nvPr/>
          </p:nvSpPr>
          <p:spPr>
            <a:xfrm>
              <a:off x="6346037" y="2547142"/>
              <a:ext cx="1367682" cy="304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Prepare-se </a:t>
              </a:r>
            </a:p>
            <a:p>
              <a:r>
                <a:rPr lang="en-US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</a:t>
              </a:r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ara enviar dados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2D4FE75-C63F-64E4-B961-464BC1B7AE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16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87620-0F12-A453-D9FA-05AA78AF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056" y="3429000"/>
            <a:ext cx="678619" cy="1800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20441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DCD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Carrier Detect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79A01AC-08AD-6DDA-ADBA-D06E4F8EF73D}"/>
              </a:ext>
            </a:extLst>
          </p:cNvPr>
          <p:cNvGrpSpPr/>
          <p:nvPr/>
        </p:nvGrpSpPr>
        <p:grpSpPr>
          <a:xfrm>
            <a:off x="6207056" y="3191280"/>
            <a:ext cx="561168" cy="237720"/>
            <a:chOff x="2584968" y="3899777"/>
            <a:chExt cx="561168" cy="2377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56462E5-3F85-6904-72A6-F2DDA879B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84968" y="3900559"/>
              <a:ext cx="561168" cy="23693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EE4FC6F-A114-DF7D-9280-A3BC11ECD3E1}"/>
                </a:ext>
              </a:extLst>
            </p:cNvPr>
            <p:cNvSpPr txBox="1"/>
            <p:nvPr/>
          </p:nvSpPr>
          <p:spPr>
            <a:xfrm>
              <a:off x="2616926" y="3899777"/>
              <a:ext cx="52770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900" dirty="0">
                  <a:latin typeface="CERAPRO-MEDIUM" pitchFamily="2" charset="0"/>
                </a:rPr>
                <a:t>DCD 8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5CD1D74-4E31-7A06-4B4E-6278DA7E61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518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20441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DCD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Data Carrier Detect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91030" y="4667934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52770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DCD 8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E75281D-FFBA-2903-EA87-C9B308FB34C4}"/>
              </a:ext>
            </a:extLst>
          </p:cNvPr>
          <p:cNvGrpSpPr/>
          <p:nvPr/>
        </p:nvGrpSpPr>
        <p:grpSpPr>
          <a:xfrm>
            <a:off x="8683014" y="3917165"/>
            <a:ext cx="1367683" cy="656697"/>
            <a:chOff x="6346036" y="2511259"/>
            <a:chExt cx="1367683" cy="46408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DE2B247-B037-33AD-73E0-CA5F4E97C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6346036" y="2511259"/>
              <a:ext cx="1367683" cy="46408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2D684E-BC52-8BDC-7089-1D7E7D8DB738}"/>
                </a:ext>
              </a:extLst>
            </p:cNvPr>
            <p:cNvSpPr txBox="1"/>
            <p:nvPr/>
          </p:nvSpPr>
          <p:spPr>
            <a:xfrm>
              <a:off x="6346037" y="2547142"/>
              <a:ext cx="1305165" cy="3045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Transmissão será</a:t>
              </a:r>
            </a:p>
            <a:p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Iniciada.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D91DC91-9216-9327-C654-385719EF5F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23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814929" y="3195558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5DDD242-E715-1D41-0D8A-C6C7AF1AAB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388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49938" y="563372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Clear to Send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031877" y="3185726"/>
            <a:ext cx="679153" cy="407892"/>
            <a:chOff x="6089071" y="3191280"/>
            <a:chExt cx="679153" cy="4078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6089071" y="3419168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16926" y="3899777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CTS 5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124A5D0-CF35-2BD2-14A5-9E333F0FF183}"/>
              </a:ext>
            </a:extLst>
          </p:cNvPr>
          <p:cNvGrpSpPr/>
          <p:nvPr/>
        </p:nvGrpSpPr>
        <p:grpSpPr>
          <a:xfrm>
            <a:off x="2149863" y="2394856"/>
            <a:ext cx="1238580" cy="674779"/>
            <a:chOff x="6475141" y="2300567"/>
            <a:chExt cx="1238580" cy="67477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1904121-D6DE-EF4D-B9F8-23920E6CE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75141" y="2300567"/>
              <a:ext cx="1238580" cy="67477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D2B6C3-4D10-A72D-6F22-45B05C0BE318}"/>
                </a:ext>
              </a:extLst>
            </p:cNvPr>
            <p:cNvSpPr txBox="1"/>
            <p:nvPr/>
          </p:nvSpPr>
          <p:spPr>
            <a:xfrm>
              <a:off x="6522704" y="2381227"/>
              <a:ext cx="11801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Tudo pronto.</a:t>
              </a:r>
            </a:p>
            <a:p>
              <a:r>
                <a:rPr lang="en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Pode começar</a:t>
              </a:r>
              <a:r>
                <a:rPr lang="en-US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.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F5831C3-8757-DC38-0D0E-5DEC2EAB14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0395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000568" y="3146957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FF2ACB6-C8FA-3F8B-1621-18E6AB5E8A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3827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DT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Transmit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2775863" y="3165927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2992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DT 2</a:t>
                </a: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1C00348-F1DF-592D-B8C0-7337386461AC}"/>
              </a:ext>
            </a:extLst>
          </p:cNvPr>
          <p:cNvGrpSpPr/>
          <p:nvPr/>
        </p:nvGrpSpPr>
        <p:grpSpPr>
          <a:xfrm>
            <a:off x="2042629" y="2592893"/>
            <a:ext cx="1526971" cy="440388"/>
            <a:chOff x="6301865" y="2611472"/>
            <a:chExt cx="1526971" cy="36976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E856012-A4B6-AA62-54E4-ADEE7B7C3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6301865" y="2611472"/>
              <a:ext cx="1499126" cy="36976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923-145A-EC26-665E-E85421153860}"/>
                </a:ext>
              </a:extLst>
            </p:cNvPr>
            <p:cNvSpPr txBox="1"/>
            <p:nvPr/>
          </p:nvSpPr>
          <p:spPr>
            <a:xfrm>
              <a:off x="6329708" y="2650862"/>
              <a:ext cx="1499128" cy="2196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rgbClr val="FF0000"/>
                  </a:solidFill>
                  <a:latin typeface="CERAPRO-MEDIUM" pitchFamily="2" charset="0"/>
                </a:rPr>
                <a:t>CR</a:t>
              </a:r>
              <a:r>
                <a:rPr lang="pt-BR" sz="1100" dirty="0">
                  <a:solidFill>
                    <a:schemeClr val="tx1">
                      <a:lumMod val="65000"/>
                    </a:schemeClr>
                  </a:solidFill>
                  <a:latin typeface="CERAPRO-MEDIUM" pitchFamily="2" charset="0"/>
                </a:rPr>
                <a:t>, quer transmitir?</a:t>
              </a:r>
              <a:endParaRPr lang="en-BR" sz="1100" dirty="0">
                <a:solidFill>
                  <a:schemeClr val="tx1">
                    <a:lumMod val="65000"/>
                  </a:schemeClr>
                </a:solidFill>
                <a:latin typeface="CERAPRO-MEDIUM" pitchFamily="2" charset="0"/>
              </a:endParaRPr>
            </a:p>
          </p:txBody>
        </p: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2566219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18A48F-81D0-A0B7-A83B-E6F792911F96}"/>
              </a:ext>
            </a:extLst>
          </p:cNvPr>
          <p:cNvSpPr txBox="1"/>
          <p:nvPr/>
        </p:nvSpPr>
        <p:spPr>
          <a:xfrm>
            <a:off x="4008037" y="1875832"/>
            <a:ext cx="2217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ENQ | POL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CR 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| EOT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3E3D33-6380-DB24-C11D-FFA28F8F5A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4643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6207678" y="3187932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2566219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D13025-91E3-E5F4-EAF9-C5E5D3961B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F23CA2-B0CB-10D6-D96A-FF8A8A6D1D04}"/>
              </a:ext>
            </a:extLst>
          </p:cNvPr>
          <p:cNvSpPr txBox="1"/>
          <p:nvPr/>
        </p:nvSpPr>
        <p:spPr>
          <a:xfrm>
            <a:off x="4008037" y="1875832"/>
            <a:ext cx="2217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ENQ | POL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CR 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| EOT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0783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93439" y="4647675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2566219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67E864-F0D3-E82C-0573-F52EEBFE9D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56444A-0F5D-C0F8-0B1A-98720B6D553F}"/>
              </a:ext>
            </a:extLst>
          </p:cNvPr>
          <p:cNvSpPr txBox="1"/>
          <p:nvPr/>
        </p:nvSpPr>
        <p:spPr>
          <a:xfrm>
            <a:off x="4008037" y="1875832"/>
            <a:ext cx="2217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ENQ | POL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CR 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| EOT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4967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279347" y="5647775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Receive Data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B1E3F0-0F66-381C-4A73-C33D565BF905}"/>
              </a:ext>
            </a:extLst>
          </p:cNvPr>
          <p:cNvGrpSpPr/>
          <p:nvPr/>
        </p:nvGrpSpPr>
        <p:grpSpPr>
          <a:xfrm>
            <a:off x="9493439" y="4647675"/>
            <a:ext cx="678619" cy="417724"/>
            <a:chOff x="6207056" y="3191280"/>
            <a:chExt cx="678619" cy="4177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287620-0F12-A453-D9FA-05AA78AF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7056" y="3429000"/>
              <a:ext cx="678619" cy="180004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9A01AC-08AD-6DDA-ADBA-D06E4F8EF73D}"/>
                </a:ext>
              </a:extLst>
            </p:cNvPr>
            <p:cNvGrpSpPr/>
            <p:nvPr/>
          </p:nvGrpSpPr>
          <p:grpSpPr>
            <a:xfrm>
              <a:off x="6207056" y="3191280"/>
              <a:ext cx="561168" cy="237720"/>
              <a:chOff x="2584968" y="3899777"/>
              <a:chExt cx="561168" cy="237720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56462E5-3F85-6904-72A6-F2DDA879B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84968" y="3900559"/>
                <a:ext cx="561168" cy="236938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E4FC6F-A114-DF7D-9280-A3BC11ECD3E1}"/>
                  </a:ext>
                </a:extLst>
              </p:cNvPr>
              <p:cNvSpPr txBox="1"/>
              <p:nvPr/>
            </p:nvSpPr>
            <p:spPr>
              <a:xfrm>
                <a:off x="2656254" y="3899777"/>
                <a:ext cx="43152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900" dirty="0">
                    <a:latin typeface="CERAPRO-MEDIUM" pitchFamily="2" charset="0"/>
                  </a:rPr>
                  <a:t>RD 3</a:t>
                </a:r>
              </a:p>
            </p:txBody>
          </p:sp>
        </p:grpSp>
      </p:grp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F6EF0B16-7FF3-2019-66DD-4DF0EF7B5A75}"/>
              </a:ext>
            </a:extLst>
          </p:cNvPr>
          <p:cNvSpPr/>
          <p:nvPr/>
        </p:nvSpPr>
        <p:spPr>
          <a:xfrm>
            <a:off x="3824749" y="1759974"/>
            <a:ext cx="2566219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67E864-F0D3-E82C-0573-F52EEBFE9D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56444A-0F5D-C0F8-0B1A-98720B6D553F}"/>
              </a:ext>
            </a:extLst>
          </p:cNvPr>
          <p:cNvSpPr txBox="1"/>
          <p:nvPr/>
        </p:nvSpPr>
        <p:spPr>
          <a:xfrm>
            <a:off x="4008037" y="1875832"/>
            <a:ext cx="2217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ENQ | POL | </a:t>
            </a:r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CR </a:t>
            </a:r>
            <a:r>
              <a:rPr lang="pt-BR" sz="1600" dirty="0">
                <a:solidFill>
                  <a:schemeClr val="bg1">
                    <a:lumMod val="95000"/>
                    <a:lumOff val="5000"/>
                  </a:schemeClr>
                </a:solidFill>
                <a:latin typeface="CERAPRO-MEDIUM" pitchFamily="2" charset="0"/>
              </a:rPr>
              <a:t>| EOT</a:t>
            </a:r>
            <a:endParaRPr lang="en-BR" sz="1600" dirty="0">
              <a:solidFill>
                <a:schemeClr val="bg1">
                  <a:lumMod val="95000"/>
                  <a:lumOff val="5000"/>
                </a:schemeClr>
              </a:solidFill>
              <a:latin typeface="CERAPRO-MEDIUM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78829A-39CE-7161-2CCB-E6074D0B63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6635" y="2986231"/>
            <a:ext cx="1107229" cy="113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4129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52C791-20BC-586F-F2F3-75101C130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568" y="5467771"/>
            <a:ext cx="1271554" cy="8876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E0F46A-859C-09CD-D13F-9987D2473A9C}"/>
              </a:ext>
            </a:extLst>
          </p:cNvPr>
          <p:cNvSpPr txBox="1"/>
          <p:nvPr/>
        </p:nvSpPr>
        <p:spPr>
          <a:xfrm>
            <a:off x="2189404" y="5619206"/>
            <a:ext cx="1122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RTS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C9754-FE1A-F729-69DE-3536264EBA49}"/>
              </a:ext>
            </a:extLst>
          </p:cNvPr>
          <p:cNvSpPr txBox="1"/>
          <p:nvPr/>
        </p:nvSpPr>
        <p:spPr>
          <a:xfrm>
            <a:off x="3410341" y="5680761"/>
            <a:ext cx="377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800" dirty="0">
                <a:latin typeface="Cera Pro" pitchFamily="2" charset="0"/>
              </a:rPr>
              <a:t>Request to Send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749F75-B2D3-0735-4D8F-14436F8AF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7BAA2E-C511-0E7B-8307-CAF188690E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7103" y="2916960"/>
            <a:ext cx="1279477" cy="1308677"/>
          </a:xfrm>
          <a:prstGeom prst="rect">
            <a:avLst/>
          </a:prstGeom>
        </p:spPr>
      </p:pic>
      <p:sp>
        <p:nvSpPr>
          <p:cNvPr id="12" name="Explosion 1 11">
            <a:extLst>
              <a:ext uri="{FF2B5EF4-FFF2-40B4-BE49-F238E27FC236}">
                <a16:creationId xmlns:a16="http://schemas.microsoft.com/office/drawing/2014/main" id="{7465B826-3EEB-E4F9-F879-ED11A384AB93}"/>
              </a:ext>
            </a:extLst>
          </p:cNvPr>
          <p:cNvSpPr/>
          <p:nvPr/>
        </p:nvSpPr>
        <p:spPr>
          <a:xfrm rot="21154881">
            <a:off x="3667267" y="536715"/>
            <a:ext cx="4290646" cy="1496934"/>
          </a:xfrm>
          <a:prstGeom prst="irregularSeal1">
            <a:avLst/>
          </a:prstGeom>
          <a:solidFill>
            <a:srgbClr val="FF2E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9E14C4-F872-B7C4-1BB3-313F4123185F}"/>
              </a:ext>
            </a:extLst>
          </p:cNvPr>
          <p:cNvSpPr txBox="1"/>
          <p:nvPr/>
        </p:nvSpPr>
        <p:spPr>
          <a:xfrm rot="21154881">
            <a:off x="5026658" y="799724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latin typeface="CERAPRO-MEDIUM" pitchFamily="2" charset="0"/>
              </a:rPr>
              <a:t>TIME</a:t>
            </a:r>
            <a:r>
              <a:rPr lang="pt-BR" dirty="0">
                <a:latin typeface="CERAPRO-MEDIUM" pitchFamily="2" charset="0"/>
              </a:rPr>
              <a:t>OUT!!</a:t>
            </a:r>
            <a:endParaRPr lang="en-BR" sz="1800" dirty="0"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8199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35F7AEF-B731-E9E0-6037-BD30F480D8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452608"/>
            <a:ext cx="10517660" cy="5952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749F75-B2D3-0735-4D8F-14436F8AF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07" y="0"/>
            <a:ext cx="1558250" cy="1132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7BAA2E-C511-0E7B-8307-CAF188690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7103" y="2916960"/>
            <a:ext cx="1279477" cy="13086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CD53A2-1628-A73E-8C3E-D1602C728F74}"/>
              </a:ext>
            </a:extLst>
          </p:cNvPr>
          <p:cNvSpPr txBox="1"/>
          <p:nvPr/>
        </p:nvSpPr>
        <p:spPr>
          <a:xfrm>
            <a:off x="1843248" y="5586159"/>
            <a:ext cx="4712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3200" b="1" dirty="0">
                <a:latin typeface="Cera Pro" pitchFamily="2" charset="0"/>
              </a:rPr>
              <a:t>Transmissão Encerrada</a:t>
            </a:r>
          </a:p>
        </p:txBody>
      </p:sp>
      <p:sp>
        <p:nvSpPr>
          <p:cNvPr id="18" name="Horizontal Scroll 17">
            <a:extLst>
              <a:ext uri="{FF2B5EF4-FFF2-40B4-BE49-F238E27FC236}">
                <a16:creationId xmlns:a16="http://schemas.microsoft.com/office/drawing/2014/main" id="{129B528D-9493-D341-A599-9249A766E7F5}"/>
              </a:ext>
            </a:extLst>
          </p:cNvPr>
          <p:cNvSpPr/>
          <p:nvPr/>
        </p:nvSpPr>
        <p:spPr>
          <a:xfrm>
            <a:off x="4345858" y="1759974"/>
            <a:ext cx="1504336" cy="570271"/>
          </a:xfrm>
          <a:prstGeom prst="horizontalScroll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DAC878-DAC2-2D1F-9B38-266E6196C413}"/>
              </a:ext>
            </a:extLst>
          </p:cNvPr>
          <p:cNvSpPr txBox="1"/>
          <p:nvPr/>
        </p:nvSpPr>
        <p:spPr>
          <a:xfrm>
            <a:off x="4603865" y="1875832"/>
            <a:ext cx="10422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  <a:latin typeface="CERAPRO-MEDIUM" pitchFamily="2" charset="0"/>
              </a:rPr>
              <a:t>CR</a:t>
            </a:r>
            <a:r>
              <a:rPr lang="pt-BR" sz="1600" dirty="0">
                <a:solidFill>
                  <a:schemeClr val="bg1"/>
                </a:solidFill>
                <a:latin typeface="CERAPRO-MEDIUM" pitchFamily="2" charset="0"/>
              </a:rPr>
              <a:t> | EOT</a:t>
            </a:r>
            <a:endParaRPr lang="en-BR" sz="1600" dirty="0">
              <a:solidFill>
                <a:schemeClr val="bg1"/>
              </a:solidFill>
              <a:latin typeface="CERAPRO-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928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1084</TotalTime>
  <Words>901</Words>
  <Application>Microsoft Macintosh PowerPoint</Application>
  <PresentationFormat>Widescreen</PresentationFormat>
  <Paragraphs>422</Paragraphs>
  <Slides>86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2" baseType="lpstr">
      <vt:lpstr>Aptos</vt:lpstr>
      <vt:lpstr>Aptos Display</vt:lpstr>
      <vt:lpstr>Arial</vt:lpstr>
      <vt:lpstr>Cera Pro</vt:lpstr>
      <vt:lpstr>CERAPRO-MEDIUM</vt:lpstr>
      <vt:lpstr>Office Theme</vt:lpstr>
      <vt:lpstr>Trabalho Prático I  Redes de Computadores I – INE5414</vt:lpstr>
      <vt:lpstr>Selection  Received Ready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Polling  Invalid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Henrique Gimenez</dc:creator>
  <cp:lastModifiedBy>Pedro Henrique Gimenez</cp:lastModifiedBy>
  <cp:revision>4</cp:revision>
  <dcterms:created xsi:type="dcterms:W3CDTF">2024-09-19T22:30:02Z</dcterms:created>
  <dcterms:modified xsi:type="dcterms:W3CDTF">2024-09-20T16:35:02Z</dcterms:modified>
</cp:coreProperties>
</file>